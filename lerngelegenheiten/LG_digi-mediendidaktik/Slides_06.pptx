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h5p.org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learningapps.org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h5p.org" TargetMode="External" /><Relationship Id="rId3" Type="http://schemas.openxmlformats.org/officeDocument/2006/relationships/hyperlink" Target="https://learningapps.org" TargetMode="External" /><Relationship Id="rId4" Type="http://schemas.openxmlformats.org/officeDocument/2006/relationships/hyperlink" Target="https://digileb.phbern.ch/toolfinder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Mediendidaktik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H5P und Learningapps</a:t>
            </a:r>
            <a:br/>
            <a:br/>
            <a:r>
              <a:rPr/>
              <a:t>Richard Conrardy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Ziel der Doppelstunde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Einblick in zwei browserbasierte Tools: </a:t>
            </a:r>
            <a:r>
              <a:rPr b="1"/>
              <a:t>H5P</a:t>
            </a:r>
            <a:r>
              <a:rPr/>
              <a:t> und </a:t>
            </a:r>
            <a:r>
              <a:rPr b="1"/>
              <a:t>LearningApps</a:t>
            </a:r>
          </a:p>
          <a:p>
            <a:pPr lvl="0"/>
            <a:r>
              <a:rPr/>
              <a:t>Eigene kleine Web-Anwendung erstellen</a:t>
            </a:r>
          </a:p>
          <a:p>
            <a:pPr lvl="0"/>
            <a:r>
              <a:rPr/>
              <a:t>Reflexion über den Einsatz im eigenen Unterricht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interaktive Module?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fördern aktive Auseinandersetzung mit Lerninhalten</a:t>
            </a:r>
          </a:p>
          <a:p>
            <a:pPr lvl="0"/>
            <a:r>
              <a:rPr/>
              <a:t>ermöglichen Selbststeuerung &amp; Feedback</a:t>
            </a:r>
          </a:p>
          <a:p>
            <a:pPr lvl="0"/>
            <a:r>
              <a:rPr/>
              <a:t>leicht zugänglich – keine Installation notwendig</a:t>
            </a:r>
          </a:p>
          <a:p>
            <a:pPr lvl="0"/>
            <a:r>
              <a:rPr/>
              <a:t>medienpädagogisch &amp; didaktisch vielseitig einsetzbar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Tool 1: H5P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Plattform: </a:t>
            </a:r>
            <a:r>
              <a:rPr>
                <a:hlinkClick r:id="rId2"/>
              </a:rPr>
              <a:t>h5p.org</a:t>
            </a:r>
            <a:r>
              <a:rPr/>
              <a:t>, Moodle, Ilias, Wordpress</a:t>
            </a:r>
          </a:p>
          <a:p>
            <a:pPr lvl="0"/>
            <a:r>
              <a:rPr/>
              <a:t>über 40 Inhaltstypen, z. B.:</a:t>
            </a:r>
          </a:p>
          <a:p>
            <a:pPr lvl="1"/>
            <a:r>
              <a:rPr/>
              <a:t>Interaktives Video</a:t>
            </a:r>
          </a:p>
          <a:p>
            <a:pPr lvl="1"/>
            <a:r>
              <a:rPr/>
              <a:t>Drag &amp; Drop</a:t>
            </a:r>
          </a:p>
          <a:p>
            <a:pPr lvl="1"/>
            <a:r>
              <a:rPr/>
              <a:t>Quizformate</a:t>
            </a:r>
          </a:p>
          <a:p>
            <a:pPr lvl="0"/>
            <a:r>
              <a:rPr b="1"/>
              <a:t>Open Source</a:t>
            </a:r>
            <a:r>
              <a:rPr/>
              <a:t>, Inhalte wiederverwendbar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Tool 2: LearningApps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Plattform: </a:t>
            </a:r>
            <a:r>
              <a:rPr>
                <a:hlinkClick r:id="rId2"/>
              </a:rPr>
              <a:t>learningapps.org</a:t>
            </a:r>
          </a:p>
          <a:p>
            <a:pPr lvl="0"/>
            <a:r>
              <a:rPr/>
              <a:t>Fokus: kleine interaktive Übungen</a:t>
            </a:r>
          </a:p>
          <a:p>
            <a:pPr lvl="1"/>
            <a:r>
              <a:rPr/>
              <a:t>Zuordnungsübungen</a:t>
            </a:r>
          </a:p>
          <a:p>
            <a:pPr lvl="1"/>
            <a:r>
              <a:rPr/>
              <a:t>Lückentexte</a:t>
            </a:r>
          </a:p>
          <a:p>
            <a:pPr lvl="1"/>
            <a:r>
              <a:rPr/>
              <a:t>Gruppenpuzzle u. v. m.</a:t>
            </a:r>
          </a:p>
          <a:p>
            <a:pPr lvl="0"/>
            <a:r>
              <a:rPr/>
              <a:t>sehr einfache Oberfläche</a:t>
            </a:r>
          </a:p>
          <a:p>
            <a:pPr lvl="0"/>
            <a:r>
              <a:rPr/>
              <a:t>Registrierung freiwillig, aber empfohlen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Ihre Aufgabe (60 Min.)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Wählen Sie ein Tool: </a:t>
            </a:r>
            <a:r>
              <a:rPr b="1"/>
              <a:t>H5P</a:t>
            </a:r>
            <a:r>
              <a:rPr/>
              <a:t> oder </a:t>
            </a:r>
            <a:r>
              <a:rPr b="1"/>
              <a:t>LearningApps</a:t>
            </a:r>
          </a:p>
          <a:p>
            <a:pPr lvl="0" indent="-342900" marL="342900">
              <a:buAutoNum type="arabicPeriod"/>
            </a:pPr>
            <a:r>
              <a:rPr/>
              <a:t>Erstellen Sie ein interaktives Modul zu einem Unterrichtsthema Ihrer Wahl</a:t>
            </a:r>
          </a:p>
          <a:p>
            <a:pPr lvl="0" indent="-342900" marL="342900">
              <a:buAutoNum type="arabicPeriod"/>
            </a:pPr>
            <a:r>
              <a:rPr/>
              <a:t>Speichern Sie den Link oder Screenshot</a:t>
            </a:r>
          </a:p>
          <a:p>
            <a:pPr lvl="0" indent="-342900" marL="342900">
              <a:buAutoNum type="arabicPeriod"/>
            </a:pPr>
            <a:r>
              <a:rPr/>
              <a:t>Laden Sie andere zum Testen ein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Reflexion (20 Min.)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Diskussion im Plenum:</a:t>
            </a:r>
          </a:p>
          <a:p>
            <a:pPr lvl="0"/>
            <a:r>
              <a:rPr/>
              <a:t>Welches Tool war für Sie zugänglicher?</a:t>
            </a:r>
          </a:p>
          <a:p>
            <a:pPr lvl="0"/>
            <a:r>
              <a:rPr/>
              <a:t>Wo sehen Sie Einsatzmöglichkeiten im Unterricht?</a:t>
            </a:r>
          </a:p>
          <a:p>
            <a:pPr lvl="0"/>
            <a:r>
              <a:rPr/>
              <a:t>Was würden Sie beim nächsten Mal anders machen?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Tools &amp;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h5p.org</a:t>
            </a:r>
          </a:p>
          <a:p>
            <a:pPr lvl="0"/>
            <a:r>
              <a:rPr>
                <a:hlinkClick r:id="rId3"/>
              </a:rPr>
              <a:t>learningapps.org</a:t>
            </a:r>
          </a:p>
          <a:p>
            <a:pPr lvl="0"/>
            <a:r>
              <a:rPr>
                <a:hlinkClick r:id="rId4"/>
              </a:rPr>
              <a:t>ToolFinder PHBern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Mediendidaktik</dc:title>
  <dc:creator>Richard Conrardy</dc:creator>
  <cp:keywords/>
  <dcterms:created xsi:type="dcterms:W3CDTF">2025-05-27T09:05:00Z</dcterms:created>
  <dcterms:modified xsi:type="dcterms:W3CDTF">2025-05-27T09:05:00Z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ppendix-cite-as">
    <vt:lpwstr>display</vt:lpwstr>
  </property>
  <property fmtid="{D5CDD505-2E9C-101B-9397-08002B2CF9AE}" pid="4" name="authors">
    <vt:lpwstr/>
  </property>
  <property fmtid="{D5CDD505-2E9C-101B-9397-08002B2CF9AE}" pid="5" name="auto-agenda">
    <vt:lpwstr/>
  </property>
  <property fmtid="{D5CDD505-2E9C-101B-9397-08002B2CF9AE}" pid="6" name="biblio-config">
    <vt:lpwstr>True</vt:lpwstr>
  </property>
  <property fmtid="{D5CDD505-2E9C-101B-9397-08002B2CF9AE}" pid="7" name="bibliography">
    <vt:lpwstr/>
  </property>
  <property fmtid="{D5CDD505-2E9C-101B-9397-08002B2CF9AE}" pid="8" name="by-affiliation">
    <vt:lpwstr/>
  </property>
  <property fmtid="{D5CDD505-2E9C-101B-9397-08002B2CF9AE}" pid="9" name="by-author">
    <vt:lpwstr/>
  </property>
  <property fmtid="{D5CDD505-2E9C-101B-9397-08002B2CF9AE}" pid="10" name="citation">
    <vt:lpwstr/>
  </property>
  <property fmtid="{D5CDD505-2E9C-101B-9397-08002B2CF9AE}" pid="11" name="csl">
    <vt:lpwstr>../../bibliographien/apa7.csl</vt:lpwstr>
  </property>
  <property fmtid="{D5CDD505-2E9C-101B-9397-08002B2CF9AE}" pid="12" name="date-format">
    <vt:lpwstr>DD.MM.YYYY</vt:lpwstr>
  </property>
  <property fmtid="{D5CDD505-2E9C-101B-9397-08002B2CF9AE}" pid="13" name="header-includes">
    <vt:lpwstr/>
  </property>
  <property fmtid="{D5CDD505-2E9C-101B-9397-08002B2CF9AE}" pid="14" name="include-after">
    <vt:lpwstr/>
  </property>
  <property fmtid="{D5CDD505-2E9C-101B-9397-08002B2CF9AE}" pid="15" name="include-before">
    <vt:lpwstr/>
  </property>
  <property fmtid="{D5CDD505-2E9C-101B-9397-08002B2CF9AE}" pid="16" name="labels">
    <vt:lpwstr/>
  </property>
  <property fmtid="{D5CDD505-2E9C-101B-9397-08002B2CF9AE}" pid="17" name="mermaid">
    <vt:lpwstr/>
  </property>
  <property fmtid="{D5CDD505-2E9C-101B-9397-08002B2CF9AE}" pid="18" name="subtitle">
    <vt:lpwstr>H5P und Learningapps</vt:lpwstr>
  </property>
  <property fmtid="{D5CDD505-2E9C-101B-9397-08002B2CF9AE}" pid="19" name="toc-title">
    <vt:lpwstr>Inhaltsverzeichnis</vt:lpwstr>
  </property>
</Properties>
</file>